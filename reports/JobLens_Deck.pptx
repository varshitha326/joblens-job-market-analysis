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JobLens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AI/ML job market analysis of 1500 postings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84"/>
              <a:t>Postings analysed: 1500 across 14 countries and 12 job categories.</a:t>
            </a:r>
          </a:p>
          <a:p>
            <a:r>
              <a:rPr sz="1584"/>
              <a:t>Most required skill: Python (942 postings), followed by SQL and Cloud.</a:t>
            </a:r>
          </a:p>
          <a:p>
            <a:r>
              <a:rPr sz="1584"/>
              <a:t>Median salary rises from $145,000 (entry) to $238,000 (lead).</a:t>
            </a:r>
          </a:p>
          <a:p>
            <a:r>
              <a:rPr sz="1584"/>
              <a:t>Countries with most postings: USA (515), UK (90), China (87).</a:t>
            </a:r>
          </a:p>
          <a:p>
            <a:r>
              <a:rPr sz="1584"/>
              <a:t>Data quality: 288 rows (19%) have a salary outside their own min-max range; they were flagged, not removed.</a:t>
            </a:r>
          </a:p>
          <a:p>
            <a:r>
              <a:rPr sz="1584"/>
              <a:t>Best model by Macro F1: Random Forest (accuracy 1.0, Macro F1 1.0).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Required Skills</a:t>
            </a:r>
          </a:p>
        </p:txBody>
      </p:sp>
      <p:pic>
        <p:nvPicPr>
          <p:cNvPr id="3" name="Picture 2" descr="top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65836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Postings by Country</a:t>
            </a:r>
          </a:p>
        </p:txBody>
      </p:sp>
      <p:pic>
        <p:nvPicPr>
          <p:cNvPr id="3" name="Picture 2" descr="postings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65836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Median Salary by Experience Level</a:t>
            </a:r>
          </a:p>
        </p:txBody>
      </p:sp>
      <p:pic>
        <p:nvPicPr>
          <p:cNvPr id="3" name="Picture 2" descr="salary_by_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65836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Median Salary by Job Category</a:t>
            </a:r>
          </a:p>
        </p:txBody>
      </p:sp>
      <p:pic>
        <p:nvPicPr>
          <p:cNvPr id="3" name="Picture 2" descr="salary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65836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Skills in Entry-Level Postings</a:t>
            </a:r>
          </a:p>
        </p:txBody>
      </p:sp>
      <p:pic>
        <p:nvPicPr>
          <p:cNvPr id="3" name="Picture 2" descr="entry_level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65836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F1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Baseline (always most common 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0.979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